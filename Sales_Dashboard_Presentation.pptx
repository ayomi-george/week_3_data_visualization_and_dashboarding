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2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Sales Dashboard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Name: </a:t>
            </a:r>
            <a:r>
              <a:rPr lang="en-US" dirty="0" err="1" smtClean="0"/>
              <a:t>Oluwashinaayomi</a:t>
            </a:r>
            <a:r>
              <a:rPr lang="en-US" dirty="0" smtClean="0"/>
              <a:t> George</a:t>
            </a:r>
            <a:endParaRPr dirty="0"/>
          </a:p>
          <a:p>
            <a:r>
              <a:rPr dirty="0"/>
              <a:t>Tool: Power BI</a:t>
            </a:r>
          </a:p>
          <a:p>
            <a:r>
              <a:rPr dirty="0"/>
              <a:t>Dataset: </a:t>
            </a:r>
            <a:r>
              <a:rPr dirty="0" smtClean="0"/>
              <a:t>Superstore</a:t>
            </a:r>
            <a:r>
              <a:rPr lang="en-US" dirty="0" smtClean="0"/>
              <a:t>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sales dataset including orders, customers, products, regions, and sales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sales performance</a:t>
            </a:r>
          </a:p>
          <a:p>
            <a:r>
              <a:t>Identify profitable products</a:t>
            </a:r>
          </a:p>
          <a:p>
            <a:r>
              <a:t>Analyze regional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</a:t>
            </a:r>
          </a:p>
          <a:p>
            <a:r>
              <a:t>Total Profit</a:t>
            </a:r>
          </a:p>
          <a:p>
            <a:r>
              <a:t>Profit Margin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37" y="1561818"/>
            <a:ext cx="7173326" cy="4039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Technology drives highest </a:t>
            </a:r>
            <a:r>
              <a:rPr dirty="0" smtClean="0"/>
              <a:t>sales</a:t>
            </a:r>
            <a:r>
              <a:rPr lang="en-US" dirty="0" smtClean="0"/>
              <a:t>.</a:t>
            </a:r>
            <a:endParaRPr dirty="0"/>
          </a:p>
          <a:p>
            <a:r>
              <a:rPr dirty="0"/>
              <a:t>Consumer segment </a:t>
            </a:r>
            <a:r>
              <a:rPr dirty="0" smtClean="0"/>
              <a:t>dominates</a:t>
            </a:r>
            <a:r>
              <a:rPr lang="en-US" dirty="0"/>
              <a:t>.</a:t>
            </a:r>
            <a:endParaRPr dirty="0"/>
          </a:p>
          <a:p>
            <a:r>
              <a:rPr dirty="0"/>
              <a:t>Profit varies by </a:t>
            </a:r>
            <a:r>
              <a:rPr dirty="0" smtClean="0"/>
              <a:t>state</a:t>
            </a:r>
            <a:r>
              <a:rPr lang="en-US" dirty="0" smtClean="0"/>
              <a:t>, with California and New York dominating the market.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Focus on high-performing products and regions to improve profitability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90</Words>
  <Application>Microsoft Office PowerPoint</Application>
  <PresentationFormat>On-screen Show (4:3)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Sales Dashboard Analysis</vt:lpstr>
      <vt:lpstr>Dataset Overview</vt:lpstr>
      <vt:lpstr>Business Objective</vt:lpstr>
      <vt:lpstr>Key Performance Indicators</vt:lpstr>
      <vt:lpstr>Dashboard Overview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 Analysis</dc:title>
  <dc:subject/>
  <dc:creator/>
  <cp:keywords/>
  <dc:description>generated using python-pptx</dc:description>
  <cp:lastModifiedBy>WADMUS</cp:lastModifiedBy>
  <cp:revision>2</cp:revision>
  <dcterms:created xsi:type="dcterms:W3CDTF">2013-01-27T09:14:16Z</dcterms:created>
  <dcterms:modified xsi:type="dcterms:W3CDTF">2026-07-29T23:48:03Z</dcterms:modified>
  <cp:category/>
</cp:coreProperties>
</file>